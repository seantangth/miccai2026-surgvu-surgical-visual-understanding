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55" r:id="rId1"/>
  </p:sldMasterIdLst>
  <p:notesMasterIdLst>
    <p:notesMasterId r:id="rId6"/>
  </p:notesMasterIdLst>
  <p:handoutMasterIdLst>
    <p:handoutMasterId r:id="rId7"/>
  </p:handoutMasterIdLst>
  <p:sldIdLst>
    <p:sldId id="315" r:id="rId2"/>
    <p:sldId id="316" r:id="rId3"/>
    <p:sldId id="318" r:id="rId4"/>
    <p:sldId id="319" r:id="rId5"/>
  </p:sldIdLst>
  <p:sldSz cx="17340263" cy="9753600"/>
  <p:notesSz cx="6858000" cy="9144000"/>
  <p:defaultTextStyle>
    <a:defPPr>
      <a:defRPr lang="en-US"/>
    </a:defPPr>
    <a:lvl1pPr algn="l" rtl="0" eaLnBrk="0" fontAlgn="base" hangingPunct="0">
      <a:spcBef>
        <a:spcPct val="0"/>
      </a:spcBef>
      <a:spcAft>
        <a:spcPct val="0"/>
      </a:spcAft>
      <a:defRPr sz="4200" kern="1200">
        <a:solidFill>
          <a:srgbClr val="000000"/>
        </a:solidFill>
        <a:latin typeface="Gill Sans" pitchFamily="2" charset="0"/>
        <a:ea typeface="ヒラギノ角ゴ ProN W3" pitchFamily="2" charset="-128"/>
        <a:cs typeface="+mn-cs"/>
        <a:sym typeface="Gill Sans" pitchFamily="2" charset="0"/>
      </a:defRPr>
    </a:lvl1pPr>
    <a:lvl2pPr marL="457200" algn="l" rtl="0" eaLnBrk="0" fontAlgn="base" hangingPunct="0">
      <a:spcBef>
        <a:spcPct val="0"/>
      </a:spcBef>
      <a:spcAft>
        <a:spcPct val="0"/>
      </a:spcAft>
      <a:defRPr sz="4200" kern="1200">
        <a:solidFill>
          <a:srgbClr val="000000"/>
        </a:solidFill>
        <a:latin typeface="Gill Sans" pitchFamily="2" charset="0"/>
        <a:ea typeface="ヒラギノ角ゴ ProN W3" pitchFamily="2" charset="-128"/>
        <a:cs typeface="+mn-cs"/>
        <a:sym typeface="Gill Sans" pitchFamily="2" charset="0"/>
      </a:defRPr>
    </a:lvl2pPr>
    <a:lvl3pPr marL="914400" algn="l" rtl="0" eaLnBrk="0" fontAlgn="base" hangingPunct="0">
      <a:spcBef>
        <a:spcPct val="0"/>
      </a:spcBef>
      <a:spcAft>
        <a:spcPct val="0"/>
      </a:spcAft>
      <a:defRPr sz="4200" kern="1200">
        <a:solidFill>
          <a:srgbClr val="000000"/>
        </a:solidFill>
        <a:latin typeface="Gill Sans" pitchFamily="2" charset="0"/>
        <a:ea typeface="ヒラギノ角ゴ ProN W3" pitchFamily="2" charset="-128"/>
        <a:cs typeface="+mn-cs"/>
        <a:sym typeface="Gill Sans" pitchFamily="2" charset="0"/>
      </a:defRPr>
    </a:lvl3pPr>
    <a:lvl4pPr marL="1371600" algn="l" rtl="0" eaLnBrk="0" fontAlgn="base" hangingPunct="0">
      <a:spcBef>
        <a:spcPct val="0"/>
      </a:spcBef>
      <a:spcAft>
        <a:spcPct val="0"/>
      </a:spcAft>
      <a:defRPr sz="4200" kern="1200">
        <a:solidFill>
          <a:srgbClr val="000000"/>
        </a:solidFill>
        <a:latin typeface="Gill Sans" pitchFamily="2" charset="0"/>
        <a:ea typeface="ヒラギノ角ゴ ProN W3" pitchFamily="2" charset="-128"/>
        <a:cs typeface="+mn-cs"/>
        <a:sym typeface="Gill Sans" pitchFamily="2" charset="0"/>
      </a:defRPr>
    </a:lvl4pPr>
    <a:lvl5pPr marL="1828800" algn="l" rtl="0" eaLnBrk="0" fontAlgn="base" hangingPunct="0">
      <a:spcBef>
        <a:spcPct val="0"/>
      </a:spcBef>
      <a:spcAft>
        <a:spcPct val="0"/>
      </a:spcAft>
      <a:defRPr sz="4200" kern="1200">
        <a:solidFill>
          <a:srgbClr val="000000"/>
        </a:solidFill>
        <a:latin typeface="Gill Sans" pitchFamily="2" charset="0"/>
        <a:ea typeface="ヒラギノ角ゴ ProN W3" pitchFamily="2" charset="-128"/>
        <a:cs typeface="+mn-cs"/>
        <a:sym typeface="Gill Sans" pitchFamily="2" charset="0"/>
      </a:defRPr>
    </a:lvl5pPr>
    <a:lvl6pPr marL="2286000" algn="l" defTabSz="914400" rtl="0" eaLnBrk="1" latinLnBrk="0" hangingPunct="1">
      <a:defRPr sz="4200" kern="1200">
        <a:solidFill>
          <a:srgbClr val="000000"/>
        </a:solidFill>
        <a:latin typeface="Gill Sans" pitchFamily="2" charset="0"/>
        <a:ea typeface="ヒラギノ角ゴ ProN W3" pitchFamily="2" charset="-128"/>
        <a:cs typeface="+mn-cs"/>
        <a:sym typeface="Gill Sans" pitchFamily="2" charset="0"/>
      </a:defRPr>
    </a:lvl6pPr>
    <a:lvl7pPr marL="2743200" algn="l" defTabSz="914400" rtl="0" eaLnBrk="1" latinLnBrk="0" hangingPunct="1">
      <a:defRPr sz="4200" kern="1200">
        <a:solidFill>
          <a:srgbClr val="000000"/>
        </a:solidFill>
        <a:latin typeface="Gill Sans" pitchFamily="2" charset="0"/>
        <a:ea typeface="ヒラギノ角ゴ ProN W3" pitchFamily="2" charset="-128"/>
        <a:cs typeface="+mn-cs"/>
        <a:sym typeface="Gill Sans" pitchFamily="2" charset="0"/>
      </a:defRPr>
    </a:lvl7pPr>
    <a:lvl8pPr marL="3200400" algn="l" defTabSz="914400" rtl="0" eaLnBrk="1" latinLnBrk="0" hangingPunct="1">
      <a:defRPr sz="4200" kern="1200">
        <a:solidFill>
          <a:srgbClr val="000000"/>
        </a:solidFill>
        <a:latin typeface="Gill Sans" pitchFamily="2" charset="0"/>
        <a:ea typeface="ヒラギノ角ゴ ProN W3" pitchFamily="2" charset="-128"/>
        <a:cs typeface="+mn-cs"/>
        <a:sym typeface="Gill Sans" pitchFamily="2" charset="0"/>
      </a:defRPr>
    </a:lvl8pPr>
    <a:lvl9pPr marL="3657600" algn="l" defTabSz="914400" rtl="0" eaLnBrk="1" latinLnBrk="0" hangingPunct="1">
      <a:defRPr sz="4200" kern="1200">
        <a:solidFill>
          <a:srgbClr val="000000"/>
        </a:solidFill>
        <a:latin typeface="Gill Sans" pitchFamily="2" charset="0"/>
        <a:ea typeface="ヒラギノ角ゴ ProN W3" pitchFamily="2" charset="-128"/>
        <a:cs typeface="+mn-cs"/>
        <a:sym typeface="Gill Sans" pitchFamily="2" charset="0"/>
      </a:defRPr>
    </a:lvl9pPr>
  </p:defaultTextStyle>
  <p:extLst>
    <p:ext uri="{EFAFB233-063F-42B5-8137-9DF3F51BA10A}">
      <p15:sldGuideLst xmlns:p15="http://schemas.microsoft.com/office/powerpoint/2012/main">
        <p15:guide id="1" orient="horz" pos="305" userDrawn="1">
          <p15:clr>
            <a:srgbClr val="A4A3A4"/>
          </p15:clr>
        </p15:guide>
        <p15:guide id="2" orient="horz" pos="5640" userDrawn="1">
          <p15:clr>
            <a:srgbClr val="A4A3A4"/>
          </p15:clr>
        </p15:guide>
        <p15:guide id="3" orient="horz" pos="6004" userDrawn="1">
          <p15:clr>
            <a:srgbClr val="A4A3A4"/>
          </p15:clr>
        </p15:guide>
        <p15:guide id="4" orient="horz" pos="532" userDrawn="1">
          <p15:clr>
            <a:srgbClr val="A4A3A4"/>
          </p15:clr>
        </p15:guide>
        <p15:guide id="5" pos="9939" userDrawn="1">
          <p15:clr>
            <a:srgbClr val="A4A3A4"/>
          </p15:clr>
        </p15:guide>
        <p15:guide id="6" pos="260" userDrawn="1">
          <p15:clr>
            <a:srgbClr val="A4A3A4"/>
          </p15:clr>
        </p15:guide>
        <p15:guide id="7" pos="2439"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C64B7"/>
    <a:srgbClr val="1C65B8"/>
    <a:srgbClr val="2D477D"/>
    <a:srgbClr val="B42727"/>
    <a:srgbClr val="6E1818"/>
    <a:srgbClr val="AB2525"/>
    <a:srgbClr val="AE1E2D"/>
    <a:srgbClr val="8A13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72" y="80"/>
      </p:cViewPr>
      <p:guideLst>
        <p:guide orient="horz" pos="305"/>
        <p:guide orient="horz" pos="5640"/>
        <p:guide orient="horz" pos="6004"/>
        <p:guide orient="horz" pos="532"/>
        <p:guide pos="9939"/>
        <p:guide pos="260"/>
        <p:guide pos="2439"/>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98" d="100"/>
          <a:sy n="98" d="100"/>
        </p:scale>
        <p:origin x="-2604"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handoutMaster" Target="handoutMasters/handout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Gill Sans" charset="0"/>
                <a:ea typeface="ヒラギノ角ゴ ProN W3" charset="0"/>
                <a:cs typeface="ヒラギノ角ゴ ProN W3" charset="0"/>
                <a:sym typeface="Gill Sans" charset="0"/>
              </a:defRPr>
            </a:lvl1pPr>
          </a:lstStyle>
          <a:p>
            <a:pPr>
              <a:defRPr/>
            </a:pPr>
            <a:endParaRPr lang="de-DE"/>
          </a:p>
        </p:txBody>
      </p:sp>
      <p:sp>
        <p:nvSpPr>
          <p:cNvPr id="3" name="Datumsplatzhalt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Gill Sans" pitchFamily="-65" charset="0"/>
                <a:ea typeface="ヒラギノ角ゴ ProN W3" pitchFamily="-65" charset="-128"/>
                <a:sym typeface="Gill Sans" pitchFamily="-65" charset="0"/>
              </a:defRPr>
            </a:lvl1pPr>
          </a:lstStyle>
          <a:p>
            <a:pPr>
              <a:defRPr/>
            </a:pPr>
            <a:fld id="{07764188-C972-498A-9A8C-571E77753429}" type="datetimeFigureOut">
              <a:rPr lang="de-DE" altLang="de-DE"/>
              <a:pPr>
                <a:defRPr/>
              </a:pPr>
              <a:t>04.09.2024</a:t>
            </a:fld>
            <a:endParaRPr lang="de-DE" altLang="de-DE"/>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atin typeface="Gill Sans" charset="0"/>
                <a:ea typeface="ヒラギノ角ゴ ProN W3" charset="0"/>
                <a:cs typeface="ヒラギノ角ゴ ProN W3" charset="0"/>
                <a:sym typeface="Gill Sans" charset="0"/>
              </a:defRPr>
            </a:lvl1pPr>
          </a:lstStyle>
          <a:p>
            <a:pPr>
              <a:defRPr/>
            </a:pPr>
            <a:endParaRPr lang="de-DE"/>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0209D7D9-48FC-4447-96E0-36293428F74C}" type="slidenum">
              <a:rPr lang="de-DE" altLang="de-DE"/>
              <a:pPr>
                <a:defRPr/>
              </a:pPr>
              <a:t>‹Nr.›</a:t>
            </a:fld>
            <a:endParaRPr lang="de-DE" altLang="de-DE"/>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Gill Sans" charset="0"/>
                <a:ea typeface="ヒラギノ角ゴ ProN W3" charset="0"/>
                <a:cs typeface="ヒラギノ角ゴ ProN W3" charset="0"/>
                <a:sym typeface="Gill Sans" charset="0"/>
              </a:defRPr>
            </a:lvl1pPr>
          </a:lstStyle>
          <a:p>
            <a:pPr>
              <a:defRPr/>
            </a:pPr>
            <a:endParaRPr lang="en-GB"/>
          </a:p>
        </p:txBody>
      </p:sp>
      <p:sp>
        <p:nvSpPr>
          <p:cNvPr id="3" name="Date Placeholder 2"/>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a:defRPr sz="1200">
                <a:latin typeface="Gill Sans" pitchFamily="-65" charset="0"/>
                <a:ea typeface="ヒラギノ角ゴ ProN W3" pitchFamily="-65" charset="-128"/>
                <a:sym typeface="Gill Sans" pitchFamily="-65" charset="0"/>
              </a:defRPr>
            </a:lvl1pPr>
          </a:lstStyle>
          <a:p>
            <a:pPr>
              <a:defRPr/>
            </a:pPr>
            <a:fld id="{972C125C-C7A8-41D9-9832-F44F7B30D390}" type="datetimeFigureOut">
              <a:rPr lang="en-GB" altLang="de-DE"/>
              <a:pPr>
                <a:defRPr/>
              </a:pPr>
              <a:t>04/09/2024</a:t>
            </a:fld>
            <a:endParaRPr lang="en-GB" altLang="de-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GB" noProof="0" smtClean="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GB" noProof="0" smtClean="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Gill Sans" charset="0"/>
                <a:ea typeface="ヒラギノ角ゴ ProN W3" charset="0"/>
                <a:cs typeface="ヒラギノ角ゴ ProN W3" charset="0"/>
                <a:sym typeface="Gill Sans" charset="0"/>
              </a:defRPr>
            </a:lvl1pPr>
          </a:lstStyle>
          <a:p>
            <a:pPr>
              <a:defRPr/>
            </a:pPr>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316D7CC5-BEE3-4F91-B51A-9D5661A41D67}" type="slidenum">
              <a:rPr lang="en-GB" altLang="de-DE"/>
              <a:pPr>
                <a:defRPr/>
              </a:pPr>
              <a:t>‹Nr.›</a:t>
            </a:fld>
            <a:endParaRPr lang="en-GB" altLang="de-D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mn-lt"/>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mn-lt"/>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mn-lt"/>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We are team A P C T D C, a one-person team from Schneider Electric Taiwan. We entered both categories. In Category One, weakly supervised tool detection, our final score was zero point four nine three. In Category Two, surgical video question answering, zero point six one nine.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challenge gives us tool presence labels, not boxes. Our answer is to use the presence label as a gate, rather than as a target. We sample frames at one per second, and crop them to match the geometry of the test set. A teacher ensemble of two R T DETR models proposes boxes, and we fuse them with weighted box fusion. Then comes the gate. We keep only frames where the box count of each class exactly equals the number of that tool installed at that second, and every box is above confidence zero point three five. Twenty six percent of frames pass. We train a student on them, and that student becomes the next teacher, which raises the pass rate to forty one percent. The loop converges because the gate is external to the model.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decisions mattered. First, scale beats recipe. Going from twenty videos to two hundred and eighty was worth plus zero point zero five two. Every recipe change we tried: at most zero point zero zero six. Second, let the weak label do the filtering. An exact count match is model independent, so the iteration does not drift. Third, never size filter your pseudo labels. It removes the near and far field samples that carry the scale diversity. Fourth, and this cost us the most, never keep a frame whose visible tool has no box. Sixty five thousand such frames taught our detector that a visible prograsp is background. Fifth, our remaining headroom was box tightness, not recall. Training at eight hundred pixels gave plus zero point zero two seven five at A P seventy five. Two model fusion gave plus zero point zero three seven six, though measured on a six forty pair, not on our submitted six forty plus eight hundred.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did not work. Thirty nine inference time variants had a ceiling of half a point. Ten temporal post processing variants were all negative. And the one that nearly fooled us. We read the robot interface with O C R to relabel the rare classes. On a tool presence proxy metric it looked like a large win, from zero point five seven eight to zero point eight one nine. On real mean A P it was negative. Two rulers, opposite directions. One honest caveat. Our ablations hold out the student but not the teacher, so please read the paired differences, not the absolute numbers.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853982" y="1724171"/>
            <a:ext cx="11841194" cy="1130300"/>
          </a:xfrm>
        </p:spPr>
        <p:txBody>
          <a:bodyPr/>
          <a:lstStyle>
            <a:lvl1pPr>
              <a:lnSpc>
                <a:spcPct val="150000"/>
              </a:lnSpc>
              <a:defRPr sz="2400"/>
            </a:lvl1pPr>
            <a:lvl2pPr>
              <a:lnSpc>
                <a:spcPct val="150000"/>
              </a:lnSpc>
              <a:defRPr sz="2400"/>
            </a:lvl2pPr>
            <a:lvl3pPr>
              <a:lnSpc>
                <a:spcPct val="150000"/>
              </a:lnSpc>
              <a:defRPr sz="2400"/>
            </a:lvl3pPr>
            <a:lvl4pPr>
              <a:lnSpc>
                <a:spcPct val="150000"/>
              </a:lnSpc>
              <a:defRPr sz="2400"/>
            </a:lvl4pPr>
            <a:lvl5pPr>
              <a:lnSpc>
                <a:spcPct val="150000"/>
              </a:lnSpc>
              <a:defRPr sz="2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Rectangle 2"/>
          <p:cNvSpPr>
            <a:spLocks noGrp="1" noChangeArrowheads="1"/>
          </p:cNvSpPr>
          <p:nvPr>
            <p:ph type="title"/>
          </p:nvPr>
        </p:nvSpPr>
        <p:spPr bwMode="auto">
          <a:xfrm>
            <a:off x="3953815" y="62184"/>
            <a:ext cx="13953493" cy="85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 uri="{FAA26D3D-D897-4be2-8F04-BA451C77F1D7}"/>
          </a:extLst>
        </p:spPr>
        <p:txBody>
          <a:bodyPr/>
          <a:lstStyle/>
          <a:p>
            <a:pPr lvl="0"/>
            <a:r>
              <a:rPr lang="en-US" dirty="0">
                <a:sym typeface="Gill Sans" charset="0"/>
              </a:rPr>
              <a:t>Click to edit Master title style</a:t>
            </a:r>
          </a:p>
        </p:txBody>
      </p:sp>
    </p:spTree>
    <p:extLst>
      <p:ext uri="{BB962C8B-B14F-4D97-AF65-F5344CB8AC3E}">
        <p14:creationId xmlns:p14="http://schemas.microsoft.com/office/powerpoint/2010/main" val="4177471464"/>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167533" y="5122863"/>
            <a:ext cx="13005197" cy="2354262"/>
          </a:xfrm>
        </p:spPr>
        <p:txBody>
          <a:bodyPr/>
          <a:lstStyle>
            <a:lvl1pPr marL="0" indent="0" algn="ctr">
              <a:buNone/>
              <a:defRPr sz="1800"/>
            </a:lvl1pPr>
            <a:lvl2pPr marL="457223" indent="0" algn="ctr">
              <a:buNone/>
              <a:defRPr sz="2000"/>
            </a:lvl2pPr>
            <a:lvl3pPr marL="914446" indent="0" algn="ctr">
              <a:buNone/>
              <a:defRPr sz="1800"/>
            </a:lvl3pPr>
            <a:lvl4pPr marL="1371668" indent="0" algn="ctr">
              <a:buNone/>
              <a:defRPr sz="1600"/>
            </a:lvl4pPr>
            <a:lvl5pPr marL="1828892"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en-US" dirty="0" smtClean="0"/>
              <a:t>Click to edit Master subtitle style</a:t>
            </a:r>
            <a:endParaRPr lang="en-GB" dirty="0"/>
          </a:p>
        </p:txBody>
      </p:sp>
      <p:sp>
        <p:nvSpPr>
          <p:cNvPr id="4" name="Rectangle 2"/>
          <p:cNvSpPr>
            <a:spLocks noGrp="1" noChangeArrowheads="1"/>
          </p:cNvSpPr>
          <p:nvPr>
            <p:ph type="title"/>
          </p:nvPr>
        </p:nvSpPr>
        <p:spPr bwMode="auto">
          <a:xfrm>
            <a:off x="3953815" y="62184"/>
            <a:ext cx="13953493" cy="85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 uri="{FAA26D3D-D897-4be2-8F04-BA451C77F1D7}"/>
          </a:extLst>
        </p:spPr>
        <p:txBody>
          <a:bodyPr/>
          <a:lstStyle/>
          <a:p>
            <a:pPr lvl="0"/>
            <a:r>
              <a:rPr lang="en-US" dirty="0">
                <a:sym typeface="Gill Sans" charset="0"/>
              </a:rPr>
              <a:t>Click to edit Master title style</a:t>
            </a:r>
          </a:p>
        </p:txBody>
      </p:sp>
    </p:spTree>
    <p:extLst>
      <p:ext uri="{BB962C8B-B14F-4D97-AF65-F5344CB8AC3E}">
        <p14:creationId xmlns:p14="http://schemas.microsoft.com/office/powerpoint/2010/main" val="1965122808"/>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3953815" y="62184"/>
            <a:ext cx="13953493" cy="85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 uri="{FAA26D3D-D897-4be2-8F04-BA451C77F1D7}"/>
          </a:extLst>
        </p:spPr>
        <p:txBody>
          <a:bodyPr/>
          <a:lstStyle/>
          <a:p>
            <a:pPr lvl="0"/>
            <a:r>
              <a:rPr lang="en-US" dirty="0">
                <a:sym typeface="Gill Sans" charset="0"/>
              </a:rPr>
              <a:t>Click to edit Master title style</a:t>
            </a:r>
          </a:p>
        </p:txBody>
      </p:sp>
      <p:sp>
        <p:nvSpPr>
          <p:cNvPr id="6" name="Inhaltsplatzhalter 1"/>
          <p:cNvSpPr>
            <a:spLocks noGrp="1"/>
          </p:cNvSpPr>
          <p:nvPr>
            <p:ph idx="1"/>
          </p:nvPr>
        </p:nvSpPr>
        <p:spPr>
          <a:xfrm>
            <a:off x="812680" y="1819547"/>
            <a:ext cx="11840995" cy="1130300"/>
          </a:xfrm>
        </p:spPr>
        <p:txBody>
          <a:bodyPr/>
          <a:lstStyle>
            <a:lvl1pPr>
              <a:defRPr/>
            </a:lvl1pPr>
          </a:lstStyle>
          <a:p>
            <a:endParaRPr lang="de-DE" dirty="0">
              <a:sym typeface="Gill Sans" charset="0"/>
            </a:endParaRPr>
          </a:p>
        </p:txBody>
      </p:sp>
    </p:spTree>
    <p:extLst>
      <p:ext uri="{BB962C8B-B14F-4D97-AF65-F5344CB8AC3E}">
        <p14:creationId xmlns:p14="http://schemas.microsoft.com/office/powerpoint/2010/main" val="2945729442"/>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4" name="Rectangle 2"/>
          <p:cNvSpPr txBox="1">
            <a:spLocks noChangeArrowheads="1"/>
          </p:cNvSpPr>
          <p:nvPr userDrawn="1"/>
        </p:nvSpPr>
        <p:spPr bwMode="auto">
          <a:xfrm>
            <a:off x="3954054" y="61913"/>
            <a:ext cx="13953493" cy="855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 uri="{FAA26D3D-D897-4be2-8F04-BA451C77F1D7}"/>
          </a:extLst>
        </p:spPr>
        <p:txBody>
          <a:bodyPr lIns="50800" tIns="50800" rIns="50800" bIns="50800" anchor="b"/>
          <a:lstStyle>
            <a:lvl1pPr algn="l" rtl="0" eaLnBrk="0" fontAlgn="base" hangingPunct="0">
              <a:spcBef>
                <a:spcPct val="0"/>
              </a:spcBef>
              <a:spcAft>
                <a:spcPct val="0"/>
              </a:spcAft>
              <a:defRPr sz="2800" kern="1200">
                <a:solidFill>
                  <a:schemeClr val="bg1"/>
                </a:solidFill>
                <a:latin typeface="Arial" panose="020B0604020202020204" pitchFamily="34" charset="0"/>
                <a:ea typeface="+mj-ea"/>
                <a:cs typeface="Arial" panose="020B0604020202020204" pitchFamily="34" charset="0"/>
                <a:sym typeface="Gill Sans" pitchFamily="2" charset="0"/>
              </a:defRPr>
            </a:lvl1pPr>
            <a:lvl2pPr algn="l" rtl="0" eaLnBrk="0" fontAlgn="base" hangingPunct="0">
              <a:spcBef>
                <a:spcPct val="0"/>
              </a:spcBef>
              <a:spcAft>
                <a:spcPct val="0"/>
              </a:spcAft>
              <a:defRPr sz="3600">
                <a:solidFill>
                  <a:schemeClr val="bg1"/>
                </a:solidFill>
                <a:latin typeface="BentonSans-Regular" charset="0"/>
                <a:ea typeface="ヒラギノ角ゴ ProN W3" charset="0"/>
                <a:cs typeface="BentonSans-Regular" pitchFamily="-65" charset="0"/>
                <a:sym typeface="Gill Sans" pitchFamily="2" charset="0"/>
              </a:defRPr>
            </a:lvl2pPr>
            <a:lvl3pPr algn="l" rtl="0" eaLnBrk="0" fontAlgn="base" hangingPunct="0">
              <a:spcBef>
                <a:spcPct val="0"/>
              </a:spcBef>
              <a:spcAft>
                <a:spcPct val="0"/>
              </a:spcAft>
              <a:defRPr sz="3600">
                <a:solidFill>
                  <a:schemeClr val="bg1"/>
                </a:solidFill>
                <a:latin typeface="BentonSans-Regular" charset="0"/>
                <a:ea typeface="ヒラギノ角ゴ ProN W3" charset="0"/>
                <a:cs typeface="BentonSans-Regular" pitchFamily="-65" charset="0"/>
                <a:sym typeface="Gill Sans" pitchFamily="2" charset="0"/>
              </a:defRPr>
            </a:lvl3pPr>
            <a:lvl4pPr algn="l" rtl="0" eaLnBrk="0" fontAlgn="base" hangingPunct="0">
              <a:spcBef>
                <a:spcPct val="0"/>
              </a:spcBef>
              <a:spcAft>
                <a:spcPct val="0"/>
              </a:spcAft>
              <a:defRPr sz="3600">
                <a:solidFill>
                  <a:schemeClr val="bg1"/>
                </a:solidFill>
                <a:latin typeface="BentonSans-Regular" charset="0"/>
                <a:ea typeface="ヒラギノ角ゴ ProN W3" charset="0"/>
                <a:cs typeface="BentonSans-Regular" pitchFamily="-65" charset="0"/>
                <a:sym typeface="Gill Sans" pitchFamily="2" charset="0"/>
              </a:defRPr>
            </a:lvl4pPr>
            <a:lvl5pPr algn="l" rtl="0" eaLnBrk="0" fontAlgn="base" hangingPunct="0">
              <a:spcBef>
                <a:spcPct val="0"/>
              </a:spcBef>
              <a:spcAft>
                <a:spcPct val="0"/>
              </a:spcAft>
              <a:defRPr sz="3600">
                <a:solidFill>
                  <a:schemeClr val="bg1"/>
                </a:solidFill>
                <a:latin typeface="BentonSans-Regular" charset="0"/>
                <a:ea typeface="ヒラギノ角ゴ ProN W3" charset="0"/>
                <a:cs typeface="BentonSans-Regular" pitchFamily="-65" charset="0"/>
                <a:sym typeface="Gill Sans" pitchFamily="2" charset="0"/>
              </a:defRPr>
            </a:lvl5pPr>
            <a:lvl6pPr marL="4572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6pPr>
            <a:lvl7pPr marL="9144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7pPr>
            <a:lvl8pPr marL="13716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8pPr>
            <a:lvl9pPr marL="1828800" algn="ctr" rtl="0" fontAlgn="base">
              <a:spcBef>
                <a:spcPct val="0"/>
              </a:spcBef>
              <a:spcAft>
                <a:spcPct val="0"/>
              </a:spcAft>
              <a:defRPr sz="8400">
                <a:solidFill>
                  <a:schemeClr val="tx1"/>
                </a:solidFill>
                <a:latin typeface="Gill Sans" charset="0"/>
                <a:ea typeface="ヒラギノ角ゴ ProN W3" charset="0"/>
                <a:cs typeface="ヒラギノ角ゴ ProN W3" charset="0"/>
                <a:sym typeface="Gill Sans" charset="0"/>
              </a:defRPr>
            </a:lvl9pPr>
          </a:lstStyle>
          <a:p>
            <a:pPr>
              <a:defRPr/>
            </a:pPr>
            <a:r>
              <a:rPr lang="en-US" sz="2801" smtClean="0">
                <a:sym typeface="Gill Sans" charset="0"/>
              </a:rPr>
              <a:t>Click to edit Master title style</a:t>
            </a:r>
            <a:endParaRPr lang="en-US" sz="2801" dirty="0">
              <a:sym typeface="Gill Sans" charset="0"/>
            </a:endParaRPr>
          </a:p>
        </p:txBody>
      </p:sp>
      <p:sp>
        <p:nvSpPr>
          <p:cNvPr id="2" name="Titel 1"/>
          <p:cNvSpPr>
            <a:spLocks noGrp="1"/>
          </p:cNvSpPr>
          <p:nvPr>
            <p:ph type="ctrTitle"/>
          </p:nvPr>
        </p:nvSpPr>
        <p:spPr>
          <a:xfrm>
            <a:off x="1299673" y="3030541"/>
            <a:ext cx="14740917" cy="2090737"/>
          </a:xfrm>
        </p:spPr>
        <p:txBody>
          <a:bodyPr/>
          <a:lstStyle/>
          <a:p>
            <a:r>
              <a:rPr lang="de-DE" smtClean="0"/>
              <a:t>Mastertitelformat bearbeiten</a:t>
            </a:r>
            <a:endParaRPr lang="de-DE"/>
          </a:p>
        </p:txBody>
      </p:sp>
      <p:sp>
        <p:nvSpPr>
          <p:cNvPr id="3" name="Untertitel 2"/>
          <p:cNvSpPr>
            <a:spLocks noGrp="1"/>
          </p:cNvSpPr>
          <p:nvPr>
            <p:ph type="subTitle" idx="1"/>
          </p:nvPr>
        </p:nvSpPr>
        <p:spPr>
          <a:xfrm>
            <a:off x="2601467" y="5527680"/>
            <a:ext cx="12137337" cy="2492375"/>
          </a:xfrm>
        </p:spPr>
        <p:txBody>
          <a:bodyPr/>
          <a:lstStyle>
            <a:lvl1pPr marL="0" indent="0" algn="ctr">
              <a:buNone/>
              <a:defRPr>
                <a:solidFill>
                  <a:schemeClr val="tx1">
                    <a:tint val="75000"/>
                  </a:schemeClr>
                </a:solidFill>
              </a:defRPr>
            </a:lvl1pPr>
            <a:lvl2pPr marL="457223" indent="0" algn="ctr">
              <a:buNone/>
              <a:defRPr>
                <a:solidFill>
                  <a:schemeClr val="tx1">
                    <a:tint val="75000"/>
                  </a:schemeClr>
                </a:solidFill>
              </a:defRPr>
            </a:lvl2pPr>
            <a:lvl3pPr marL="914446" indent="0" algn="ctr">
              <a:buNone/>
              <a:defRPr>
                <a:solidFill>
                  <a:schemeClr val="tx1">
                    <a:tint val="75000"/>
                  </a:schemeClr>
                </a:solidFill>
              </a:defRPr>
            </a:lvl3pPr>
            <a:lvl4pPr marL="1371668" indent="0" algn="ctr">
              <a:buNone/>
              <a:defRPr>
                <a:solidFill>
                  <a:schemeClr val="tx1">
                    <a:tint val="75000"/>
                  </a:schemeClr>
                </a:solidFill>
              </a:defRPr>
            </a:lvl4pPr>
            <a:lvl5pPr marL="1828892" indent="0" algn="ctr">
              <a:buNone/>
              <a:defRPr>
                <a:solidFill>
                  <a:schemeClr val="tx1">
                    <a:tint val="75000"/>
                  </a:schemeClr>
                </a:solidFill>
              </a:defRPr>
            </a:lvl5pPr>
            <a:lvl6pPr marL="2286114" indent="0" algn="ctr">
              <a:buNone/>
              <a:defRPr>
                <a:solidFill>
                  <a:schemeClr val="tx1">
                    <a:tint val="75000"/>
                  </a:schemeClr>
                </a:solidFill>
              </a:defRPr>
            </a:lvl6pPr>
            <a:lvl7pPr marL="2743337" indent="0" algn="ctr">
              <a:buNone/>
              <a:defRPr>
                <a:solidFill>
                  <a:schemeClr val="tx1">
                    <a:tint val="75000"/>
                  </a:schemeClr>
                </a:solidFill>
              </a:defRPr>
            </a:lvl7pPr>
            <a:lvl8pPr marL="3200560" indent="0" algn="ctr">
              <a:buNone/>
              <a:defRPr>
                <a:solidFill>
                  <a:schemeClr val="tx1">
                    <a:tint val="75000"/>
                  </a:schemeClr>
                </a:solidFill>
              </a:defRPr>
            </a:lvl8pPr>
            <a:lvl9pPr marL="3657783" indent="0" algn="ctr">
              <a:buNone/>
              <a:defRPr>
                <a:solidFill>
                  <a:schemeClr val="tx1">
                    <a:tint val="75000"/>
                  </a:schemeClr>
                </a:solidFill>
              </a:defRPr>
            </a:lvl9pPr>
          </a:lstStyle>
          <a:p>
            <a:r>
              <a:rPr lang="de-DE" smtClean="0"/>
              <a:t>Master-Untertitelformat bearbeiten</a:t>
            </a:r>
            <a:endParaRPr lang="de-DE"/>
          </a:p>
        </p:txBody>
      </p:sp>
      <p:sp>
        <p:nvSpPr>
          <p:cNvPr id="5" name="Datumsplatzhalter 3"/>
          <p:cNvSpPr>
            <a:spLocks noGrp="1"/>
          </p:cNvSpPr>
          <p:nvPr>
            <p:ph type="dt" sz="half" idx="10"/>
          </p:nvPr>
        </p:nvSpPr>
        <p:spPr>
          <a:xfrm>
            <a:off x="867863" y="9040813"/>
            <a:ext cx="4045074" cy="519112"/>
          </a:xfrm>
          <a:prstGeom prst="rect">
            <a:avLst/>
          </a:prstGeom>
        </p:spPr>
        <p:txBody>
          <a:bodyPr/>
          <a:lstStyle>
            <a:lvl1pPr>
              <a:defRPr/>
            </a:lvl1pPr>
          </a:lstStyle>
          <a:p>
            <a:pPr>
              <a:defRPr/>
            </a:pPr>
            <a:fld id="{0761AC05-74B0-4862-A94A-F2E71369815F}" type="datetimeFigureOut">
              <a:rPr lang="de-DE" altLang="de-DE"/>
              <a:pPr>
                <a:defRPr/>
              </a:pPr>
              <a:t>04.09.2024</a:t>
            </a:fld>
            <a:endParaRPr lang="de-DE" altLang="de-DE"/>
          </a:p>
        </p:txBody>
      </p:sp>
      <p:sp>
        <p:nvSpPr>
          <p:cNvPr id="6" name="Fußzeilenplatzhalter 4"/>
          <p:cNvSpPr>
            <a:spLocks noGrp="1"/>
          </p:cNvSpPr>
          <p:nvPr>
            <p:ph type="ftr" sz="quarter" idx="11"/>
          </p:nvPr>
        </p:nvSpPr>
        <p:spPr>
          <a:xfrm>
            <a:off x="5924735" y="9040813"/>
            <a:ext cx="5490801" cy="519112"/>
          </a:xfrm>
          <a:prstGeom prst="rect">
            <a:avLst/>
          </a:prstGeom>
        </p:spPr>
        <p:txBody>
          <a:bodyPr/>
          <a:lstStyle>
            <a:lvl1pPr>
              <a:defRPr/>
            </a:lvl1pPr>
          </a:lstStyle>
          <a:p>
            <a:pPr>
              <a:defRPr/>
            </a:pPr>
            <a:endParaRPr lang="de-DE"/>
          </a:p>
        </p:txBody>
      </p:sp>
    </p:spTree>
    <p:extLst>
      <p:ext uri="{BB962C8B-B14F-4D97-AF65-F5344CB8AC3E}">
        <p14:creationId xmlns:p14="http://schemas.microsoft.com/office/powerpoint/2010/main" val="4274480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736417" y="1737234"/>
            <a:ext cx="11841194" cy="1130300"/>
          </a:xfrm>
        </p:spPr>
        <p:txBody>
          <a:bodyPr/>
          <a:lstStyle>
            <a:lvl1pPr>
              <a:lnSpc>
                <a:spcPct val="150000"/>
              </a:lnSpc>
              <a:defRPr sz="2400"/>
            </a:lvl1pPr>
            <a:lvl2pPr>
              <a:lnSpc>
                <a:spcPct val="150000"/>
              </a:lnSpc>
              <a:defRPr sz="2400"/>
            </a:lvl2pPr>
            <a:lvl3pPr>
              <a:lnSpc>
                <a:spcPct val="150000"/>
              </a:lnSpc>
              <a:defRPr sz="2400"/>
            </a:lvl3pPr>
            <a:lvl4pPr>
              <a:lnSpc>
                <a:spcPct val="150000"/>
              </a:lnSpc>
              <a:defRPr sz="2400"/>
            </a:lvl4pPr>
            <a:lvl5pPr>
              <a:lnSpc>
                <a:spcPct val="150000"/>
              </a:lnSpc>
              <a:defRPr sz="2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Rectangle 2"/>
          <p:cNvSpPr>
            <a:spLocks noGrp="1" noChangeArrowheads="1"/>
          </p:cNvSpPr>
          <p:nvPr>
            <p:ph type="title"/>
          </p:nvPr>
        </p:nvSpPr>
        <p:spPr bwMode="auto">
          <a:xfrm>
            <a:off x="3953815" y="62184"/>
            <a:ext cx="13953493" cy="85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 uri="{FAA26D3D-D897-4be2-8F04-BA451C77F1D7}"/>
          </a:extLst>
        </p:spPr>
        <p:txBody>
          <a:bodyPr/>
          <a:lstStyle/>
          <a:p>
            <a:pPr lvl="0"/>
            <a:r>
              <a:rPr lang="en-US" dirty="0">
                <a:sym typeface="Gill Sans" charset="0"/>
              </a:rPr>
              <a:t>Click to edit Master title style</a:t>
            </a:r>
          </a:p>
        </p:txBody>
      </p:sp>
    </p:spTree>
    <p:extLst>
      <p:ext uri="{BB962C8B-B14F-4D97-AF65-F5344CB8AC3E}">
        <p14:creationId xmlns:p14="http://schemas.microsoft.com/office/powerpoint/2010/main" val="1669898006"/>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167533" y="5122863"/>
            <a:ext cx="13005197" cy="2354262"/>
          </a:xfrm>
        </p:spPr>
        <p:txBody>
          <a:bodyPr/>
          <a:lstStyle>
            <a:lvl1pPr marL="0" indent="0" algn="ctr">
              <a:buNone/>
              <a:defRPr sz="1800"/>
            </a:lvl1pPr>
            <a:lvl2pPr marL="457223" indent="0" algn="ctr">
              <a:buNone/>
              <a:defRPr sz="2000"/>
            </a:lvl2pPr>
            <a:lvl3pPr marL="914446" indent="0" algn="ctr">
              <a:buNone/>
              <a:defRPr sz="1800"/>
            </a:lvl3pPr>
            <a:lvl4pPr marL="1371668" indent="0" algn="ctr">
              <a:buNone/>
              <a:defRPr sz="1600"/>
            </a:lvl4pPr>
            <a:lvl5pPr marL="1828892"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en-US" dirty="0" smtClean="0"/>
              <a:t>Click to edit Master subtitle style</a:t>
            </a:r>
            <a:endParaRPr lang="en-GB" dirty="0"/>
          </a:p>
        </p:txBody>
      </p:sp>
      <p:sp>
        <p:nvSpPr>
          <p:cNvPr id="4" name="Rectangle 2"/>
          <p:cNvSpPr>
            <a:spLocks noGrp="1" noChangeArrowheads="1"/>
          </p:cNvSpPr>
          <p:nvPr>
            <p:ph type="title"/>
          </p:nvPr>
        </p:nvSpPr>
        <p:spPr bwMode="auto">
          <a:xfrm>
            <a:off x="3953815" y="62184"/>
            <a:ext cx="13953493" cy="85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 uri="{FAA26D3D-D897-4be2-8F04-BA451C77F1D7}"/>
          </a:extLst>
        </p:spPr>
        <p:txBody>
          <a:bodyPr/>
          <a:lstStyle/>
          <a:p>
            <a:pPr lvl="0"/>
            <a:r>
              <a:rPr lang="en-US" dirty="0">
                <a:sym typeface="Gill Sans" charset="0"/>
              </a:rPr>
              <a:t>Click to edit Master title style</a:t>
            </a:r>
          </a:p>
        </p:txBody>
      </p:sp>
    </p:spTree>
    <p:extLst>
      <p:ext uri="{BB962C8B-B14F-4D97-AF65-F5344CB8AC3E}">
        <p14:creationId xmlns:p14="http://schemas.microsoft.com/office/powerpoint/2010/main" val="2087228306"/>
      </p:ext>
    </p:extLst>
  </p:cSld>
  <p:clrMapOvr>
    <a:masterClrMapping/>
  </p:clrMapOv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2.png"/><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hteck 4"/>
          <p:cNvSpPr>
            <a:spLocks noChangeArrowheads="1"/>
          </p:cNvSpPr>
          <p:nvPr userDrawn="1"/>
        </p:nvSpPr>
        <p:spPr bwMode="auto">
          <a:xfrm>
            <a:off x="-14815" y="0"/>
            <a:ext cx="17355081" cy="1276350"/>
          </a:xfrm>
          <a:prstGeom prst="rect">
            <a:avLst/>
          </a:prstGeom>
          <a:solidFill>
            <a:srgbClr val="1C64B7"/>
          </a:solidFill>
          <a:ln>
            <a:noFill/>
          </a:ln>
          <a:extLst>
            <a:ext uri="{91240B29-F687-4F45-9708-019B960494DF}">
              <a14:hiddenLine xmlns:a14="http://schemas.microsoft.com/office/drawing/2010/main" w="25400">
                <a:solidFill>
                  <a:srgbClr val="000000"/>
                </a:solidFill>
                <a:round/>
                <a:headEnd/>
                <a:tailEnd/>
              </a14:hiddenLine>
            </a:ext>
          </a:extLst>
        </p:spPr>
        <p:txBody>
          <a:bodyPr/>
          <a:lstStyle>
            <a:lvl1pPr>
              <a:defRPr sz="4200">
                <a:solidFill>
                  <a:srgbClr val="000000"/>
                </a:solidFill>
                <a:latin typeface="Gill Sans" pitchFamily="-65" charset="0"/>
                <a:ea typeface="ヒラギノ角ゴ ProN W3" pitchFamily="-65" charset="-128"/>
                <a:sym typeface="Gill Sans" pitchFamily="-65" charset="0"/>
              </a:defRPr>
            </a:lvl1pPr>
            <a:lvl2pPr marL="742950" indent="-285750">
              <a:defRPr sz="4200">
                <a:solidFill>
                  <a:srgbClr val="000000"/>
                </a:solidFill>
                <a:latin typeface="Gill Sans" pitchFamily="-65" charset="0"/>
                <a:ea typeface="ヒラギノ角ゴ ProN W3" pitchFamily="-65" charset="-128"/>
                <a:sym typeface="Gill Sans" pitchFamily="-65" charset="0"/>
              </a:defRPr>
            </a:lvl2pPr>
            <a:lvl3pPr marL="1143000" indent="-228600">
              <a:defRPr sz="4200">
                <a:solidFill>
                  <a:srgbClr val="000000"/>
                </a:solidFill>
                <a:latin typeface="Gill Sans" pitchFamily="-65" charset="0"/>
                <a:ea typeface="ヒラギノ角ゴ ProN W3" pitchFamily="-65" charset="-128"/>
                <a:sym typeface="Gill Sans" pitchFamily="-65" charset="0"/>
              </a:defRPr>
            </a:lvl3pPr>
            <a:lvl4pPr marL="1600200" indent="-228600">
              <a:defRPr sz="4200">
                <a:solidFill>
                  <a:srgbClr val="000000"/>
                </a:solidFill>
                <a:latin typeface="Gill Sans" pitchFamily="-65" charset="0"/>
                <a:ea typeface="ヒラギノ角ゴ ProN W3" pitchFamily="-65" charset="-128"/>
                <a:sym typeface="Gill Sans" pitchFamily="-65" charset="0"/>
              </a:defRPr>
            </a:lvl4pPr>
            <a:lvl5pPr marL="2057400" indent="-228600">
              <a:defRPr sz="4200">
                <a:solidFill>
                  <a:srgbClr val="000000"/>
                </a:solidFill>
                <a:latin typeface="Gill Sans" pitchFamily="-65" charset="0"/>
                <a:ea typeface="ヒラギノ角ゴ ProN W3" pitchFamily="-65" charset="-128"/>
                <a:sym typeface="Gill Sans" pitchFamily="-65" charset="0"/>
              </a:defRPr>
            </a:lvl5pPr>
            <a:lvl6pPr marL="2514600" indent="-228600" eaLnBrk="0" fontAlgn="base" hangingPunct="0">
              <a:spcBef>
                <a:spcPct val="0"/>
              </a:spcBef>
              <a:spcAft>
                <a:spcPct val="0"/>
              </a:spcAft>
              <a:defRPr sz="4200">
                <a:solidFill>
                  <a:srgbClr val="000000"/>
                </a:solidFill>
                <a:latin typeface="Gill Sans" pitchFamily="-65" charset="0"/>
                <a:ea typeface="ヒラギノ角ゴ ProN W3" pitchFamily="-65" charset="-128"/>
                <a:sym typeface="Gill Sans" pitchFamily="-65" charset="0"/>
              </a:defRPr>
            </a:lvl6pPr>
            <a:lvl7pPr marL="2971800" indent="-228600" eaLnBrk="0" fontAlgn="base" hangingPunct="0">
              <a:spcBef>
                <a:spcPct val="0"/>
              </a:spcBef>
              <a:spcAft>
                <a:spcPct val="0"/>
              </a:spcAft>
              <a:defRPr sz="4200">
                <a:solidFill>
                  <a:srgbClr val="000000"/>
                </a:solidFill>
                <a:latin typeface="Gill Sans" pitchFamily="-65" charset="0"/>
                <a:ea typeface="ヒラギノ角ゴ ProN W3" pitchFamily="-65" charset="-128"/>
                <a:sym typeface="Gill Sans" pitchFamily="-65" charset="0"/>
              </a:defRPr>
            </a:lvl7pPr>
            <a:lvl8pPr marL="3429000" indent="-228600" eaLnBrk="0" fontAlgn="base" hangingPunct="0">
              <a:spcBef>
                <a:spcPct val="0"/>
              </a:spcBef>
              <a:spcAft>
                <a:spcPct val="0"/>
              </a:spcAft>
              <a:defRPr sz="4200">
                <a:solidFill>
                  <a:srgbClr val="000000"/>
                </a:solidFill>
                <a:latin typeface="Gill Sans" pitchFamily="-65" charset="0"/>
                <a:ea typeface="ヒラギノ角ゴ ProN W3" pitchFamily="-65" charset="-128"/>
                <a:sym typeface="Gill Sans" pitchFamily="-65" charset="0"/>
              </a:defRPr>
            </a:lvl8pPr>
            <a:lvl9pPr marL="3886200" indent="-228600" eaLnBrk="0" fontAlgn="base" hangingPunct="0">
              <a:spcBef>
                <a:spcPct val="0"/>
              </a:spcBef>
              <a:spcAft>
                <a:spcPct val="0"/>
              </a:spcAft>
              <a:defRPr sz="4200">
                <a:solidFill>
                  <a:srgbClr val="000000"/>
                </a:solidFill>
                <a:latin typeface="Gill Sans" pitchFamily="-65" charset="0"/>
                <a:ea typeface="ヒラギノ角ゴ ProN W3" pitchFamily="-65" charset="-128"/>
                <a:sym typeface="Gill Sans" pitchFamily="-65" charset="0"/>
              </a:defRPr>
            </a:lvl9pPr>
          </a:lstStyle>
          <a:p>
            <a:pPr algn="ctr" eaLnBrk="1" hangingPunct="1">
              <a:defRPr/>
            </a:pPr>
            <a:endParaRPr lang="de-DE" altLang="de-DE" sz="2000" smtClean="0">
              <a:latin typeface="Arial" panose="020B0604020202020204" pitchFamily="34" charset="0"/>
              <a:cs typeface="Arial" panose="020B0604020202020204" pitchFamily="34" charset="0"/>
            </a:endParaRPr>
          </a:p>
        </p:txBody>
      </p:sp>
      <p:sp>
        <p:nvSpPr>
          <p:cNvPr id="2" name="Rectangle 1"/>
          <p:cNvSpPr>
            <a:spLocks noGrp="1" noChangeArrowheads="1"/>
          </p:cNvSpPr>
          <p:nvPr>
            <p:ph type="body" idx="1"/>
          </p:nvPr>
        </p:nvSpPr>
        <p:spPr bwMode="auto">
          <a:xfrm>
            <a:off x="868436" y="1877967"/>
            <a:ext cx="11777493" cy="1130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 uri="{FAA26D3D-D897-4be2-8F04-BA451C77F1D7}"/>
          </a:extLst>
        </p:spPr>
        <p:txBody>
          <a:bodyPr vert="horz" wrap="square" lIns="50800" tIns="50800" rIns="50800" bIns="50800" numCol="1" anchor="t" anchorCtr="0" compatLnSpc="1">
            <a:prstTxWarp prst="textNoShape">
              <a:avLst/>
            </a:prstTxWarp>
          </a:bodyPr>
          <a:lstStyle/>
          <a:p>
            <a:pPr lvl="0"/>
            <a:r>
              <a:rPr lang="en-US" dirty="0">
                <a:sym typeface="Gill Sans" charset="0"/>
              </a:rPr>
              <a:t>Click to edit Master text styles</a:t>
            </a:r>
          </a:p>
          <a:p>
            <a:pPr lvl="1"/>
            <a:r>
              <a:rPr lang="en-US" dirty="0">
                <a:sym typeface="Gill Sans" charset="0"/>
              </a:rPr>
              <a:t>Second level</a:t>
            </a:r>
          </a:p>
          <a:p>
            <a:pPr lvl="2"/>
            <a:r>
              <a:rPr lang="en-US" dirty="0">
                <a:sym typeface="Gill Sans" charset="0"/>
              </a:rPr>
              <a:t>Third level</a:t>
            </a:r>
          </a:p>
          <a:p>
            <a:pPr lvl="3"/>
            <a:r>
              <a:rPr lang="en-US" dirty="0">
                <a:sym typeface="Gill Sans" charset="0"/>
              </a:rPr>
              <a:t>Fourth level</a:t>
            </a:r>
          </a:p>
          <a:p>
            <a:pPr lvl="4"/>
            <a:r>
              <a:rPr lang="en-US" dirty="0">
                <a:sym typeface="Gill Sans" charset="0"/>
              </a:rPr>
              <a:t>Fifth level</a:t>
            </a:r>
          </a:p>
        </p:txBody>
      </p:sp>
      <p:sp>
        <p:nvSpPr>
          <p:cNvPr id="1027" name="Rectangle 2"/>
          <p:cNvSpPr>
            <a:spLocks noGrp="1" noChangeArrowheads="1"/>
          </p:cNvSpPr>
          <p:nvPr>
            <p:ph type="title"/>
          </p:nvPr>
        </p:nvSpPr>
        <p:spPr bwMode="auto">
          <a:xfrm>
            <a:off x="3899019" y="178594"/>
            <a:ext cx="13953493" cy="855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 uri="{FAA26D3D-D897-4be2-8F04-BA451C77F1D7}"/>
          </a:extLst>
        </p:spPr>
        <p:txBody>
          <a:bodyPr vert="horz" wrap="square" lIns="50800" tIns="50800" rIns="50800" bIns="50800" numCol="1" anchor="b" anchorCtr="0" compatLnSpc="1">
            <a:prstTxWarp prst="textNoShape">
              <a:avLst/>
            </a:prstTxWarp>
          </a:bodyPr>
          <a:lstStyle/>
          <a:p>
            <a:pPr lvl="0"/>
            <a:r>
              <a:rPr lang="en-US" dirty="0">
                <a:sym typeface="Gill Sans" charset="0"/>
              </a:rPr>
              <a:t>Click to edit Master title style</a:t>
            </a:r>
          </a:p>
        </p:txBody>
      </p:sp>
      <p:pic>
        <p:nvPicPr>
          <p:cNvPr id="1029" name="Bild 3" descr="Bildschirmfoto 2015-07-13 um 11.02.19.png"/>
          <p:cNvPicPr>
            <a:picLocks noChangeAspect="1"/>
          </p:cNvPicPr>
          <p:nvPr userDrawn="1"/>
        </p:nvPicPr>
        <p:blipFill>
          <a:blip r:embed="rId8">
            <a:extLst>
              <a:ext uri="{28A0092B-C50C-407E-A947-70E740481C1C}">
                <a14:useLocalDpi xmlns:a14="http://schemas.microsoft.com/office/drawing/2010/main" val="0"/>
              </a:ext>
            </a:extLst>
          </a:blip>
          <a:srcRect l="10283" r="50424"/>
          <a:stretch>
            <a:fillRect/>
          </a:stretch>
        </p:blipFill>
        <p:spPr bwMode="auto">
          <a:xfrm>
            <a:off x="-14818" y="0"/>
            <a:ext cx="3863035" cy="127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rafik 6"/>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4306074" y="6419"/>
            <a:ext cx="2928850" cy="1269931"/>
          </a:xfrm>
          <a:prstGeom prst="rect">
            <a:avLst/>
          </a:prstGeom>
        </p:spPr>
      </p:pic>
    </p:spTree>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3" r:id="rId4"/>
    <p:sldLayoutId id="2147483780" r:id="rId5"/>
    <p:sldLayoutId id="2147483781" r:id="rId6"/>
  </p:sldLayoutIdLst>
  <p:transition/>
  <p:timing>
    <p:tnLst>
      <p:par>
        <p:cTn id="1" dur="indefinite" restart="never" nodeType="tmRoot"/>
      </p:par>
    </p:tnLst>
  </p:timing>
  <p:txStyles>
    <p:titleStyle>
      <a:lvl1pPr algn="l" rtl="0" eaLnBrk="0" fontAlgn="base" hangingPunct="0">
        <a:spcBef>
          <a:spcPct val="0"/>
        </a:spcBef>
        <a:spcAft>
          <a:spcPct val="0"/>
        </a:spcAft>
        <a:defRPr sz="3600" b="1" kern="1200">
          <a:solidFill>
            <a:schemeClr val="bg1"/>
          </a:solidFill>
          <a:latin typeface="Arial" panose="020B0604020202020204" pitchFamily="34" charset="0"/>
          <a:ea typeface="+mj-ea"/>
          <a:cs typeface="Arial" panose="020B0604020202020204" pitchFamily="34" charset="0"/>
          <a:sym typeface="Gill Sans" pitchFamily="2" charset="0"/>
        </a:defRPr>
      </a:lvl1pPr>
      <a:lvl2pPr algn="l" rtl="0" eaLnBrk="0" fontAlgn="base" hangingPunct="0">
        <a:spcBef>
          <a:spcPct val="0"/>
        </a:spcBef>
        <a:spcAft>
          <a:spcPct val="0"/>
        </a:spcAft>
        <a:defRPr sz="2801">
          <a:solidFill>
            <a:schemeClr val="bg1"/>
          </a:solidFill>
          <a:latin typeface="Arial" panose="020B0604020202020204" pitchFamily="34" charset="0"/>
          <a:ea typeface="ヒラギノ角ゴ ProN W3" charset="0"/>
          <a:cs typeface="Arial" panose="020B0604020202020204" pitchFamily="34" charset="0"/>
          <a:sym typeface="Gill Sans" pitchFamily="2" charset="0"/>
        </a:defRPr>
      </a:lvl2pPr>
      <a:lvl3pPr algn="l" rtl="0" eaLnBrk="0" fontAlgn="base" hangingPunct="0">
        <a:spcBef>
          <a:spcPct val="0"/>
        </a:spcBef>
        <a:spcAft>
          <a:spcPct val="0"/>
        </a:spcAft>
        <a:defRPr sz="2801">
          <a:solidFill>
            <a:schemeClr val="bg1"/>
          </a:solidFill>
          <a:latin typeface="Arial" panose="020B0604020202020204" pitchFamily="34" charset="0"/>
          <a:ea typeface="ヒラギノ角ゴ ProN W3" charset="0"/>
          <a:cs typeface="Arial" panose="020B0604020202020204" pitchFamily="34" charset="0"/>
          <a:sym typeface="Gill Sans" pitchFamily="2" charset="0"/>
        </a:defRPr>
      </a:lvl3pPr>
      <a:lvl4pPr algn="l" rtl="0" eaLnBrk="0" fontAlgn="base" hangingPunct="0">
        <a:spcBef>
          <a:spcPct val="0"/>
        </a:spcBef>
        <a:spcAft>
          <a:spcPct val="0"/>
        </a:spcAft>
        <a:defRPr sz="2801">
          <a:solidFill>
            <a:schemeClr val="bg1"/>
          </a:solidFill>
          <a:latin typeface="Arial" panose="020B0604020202020204" pitchFamily="34" charset="0"/>
          <a:ea typeface="ヒラギノ角ゴ ProN W3" charset="0"/>
          <a:cs typeface="Arial" panose="020B0604020202020204" pitchFamily="34" charset="0"/>
          <a:sym typeface="Gill Sans" pitchFamily="2" charset="0"/>
        </a:defRPr>
      </a:lvl4pPr>
      <a:lvl5pPr algn="l" rtl="0" eaLnBrk="0" fontAlgn="base" hangingPunct="0">
        <a:spcBef>
          <a:spcPct val="0"/>
        </a:spcBef>
        <a:spcAft>
          <a:spcPct val="0"/>
        </a:spcAft>
        <a:defRPr sz="2801">
          <a:solidFill>
            <a:schemeClr val="bg1"/>
          </a:solidFill>
          <a:latin typeface="Arial" panose="020B0604020202020204" pitchFamily="34" charset="0"/>
          <a:ea typeface="ヒラギノ角ゴ ProN W3" charset="0"/>
          <a:cs typeface="Arial" panose="020B0604020202020204" pitchFamily="34" charset="0"/>
          <a:sym typeface="Gill Sans" pitchFamily="2" charset="0"/>
        </a:defRPr>
      </a:lvl5pPr>
      <a:lvl6pPr marL="457223" algn="ctr" rtl="0" fontAlgn="base">
        <a:spcBef>
          <a:spcPct val="0"/>
        </a:spcBef>
        <a:spcAft>
          <a:spcPct val="0"/>
        </a:spcAft>
        <a:defRPr sz="8401">
          <a:solidFill>
            <a:schemeClr val="tx1"/>
          </a:solidFill>
          <a:latin typeface="Gill Sans" charset="0"/>
          <a:ea typeface="ヒラギノ角ゴ ProN W3" charset="0"/>
          <a:cs typeface="ヒラギノ角ゴ ProN W3" charset="0"/>
          <a:sym typeface="Gill Sans" charset="0"/>
        </a:defRPr>
      </a:lvl6pPr>
      <a:lvl7pPr marL="914446" algn="ctr" rtl="0" fontAlgn="base">
        <a:spcBef>
          <a:spcPct val="0"/>
        </a:spcBef>
        <a:spcAft>
          <a:spcPct val="0"/>
        </a:spcAft>
        <a:defRPr sz="8401">
          <a:solidFill>
            <a:schemeClr val="tx1"/>
          </a:solidFill>
          <a:latin typeface="Gill Sans" charset="0"/>
          <a:ea typeface="ヒラギノ角ゴ ProN W3" charset="0"/>
          <a:cs typeface="ヒラギノ角ゴ ProN W3" charset="0"/>
          <a:sym typeface="Gill Sans" charset="0"/>
        </a:defRPr>
      </a:lvl7pPr>
      <a:lvl8pPr marL="1371668" algn="ctr" rtl="0" fontAlgn="base">
        <a:spcBef>
          <a:spcPct val="0"/>
        </a:spcBef>
        <a:spcAft>
          <a:spcPct val="0"/>
        </a:spcAft>
        <a:defRPr sz="8401">
          <a:solidFill>
            <a:schemeClr val="tx1"/>
          </a:solidFill>
          <a:latin typeface="Gill Sans" charset="0"/>
          <a:ea typeface="ヒラギノ角ゴ ProN W3" charset="0"/>
          <a:cs typeface="ヒラギノ角ゴ ProN W3" charset="0"/>
          <a:sym typeface="Gill Sans" charset="0"/>
        </a:defRPr>
      </a:lvl8pPr>
      <a:lvl9pPr marL="1828892" algn="ctr" rtl="0" fontAlgn="base">
        <a:spcBef>
          <a:spcPct val="0"/>
        </a:spcBef>
        <a:spcAft>
          <a:spcPct val="0"/>
        </a:spcAft>
        <a:defRPr sz="8401">
          <a:solidFill>
            <a:schemeClr val="tx1"/>
          </a:solidFill>
          <a:latin typeface="Gill Sans" charset="0"/>
          <a:ea typeface="ヒラギノ角ゴ ProN W3" charset="0"/>
          <a:cs typeface="ヒラギノ角ゴ ProN W3" charset="0"/>
          <a:sym typeface="Gill Sans" charset="0"/>
        </a:defRPr>
      </a:lvl9pPr>
    </p:titleStyle>
    <p:bodyStyle>
      <a:lvl1pPr marL="342917" indent="-342917" algn="l" rtl="0" eaLnBrk="0" fontAlgn="base" hangingPunct="0">
        <a:spcBef>
          <a:spcPct val="0"/>
        </a:spcBef>
        <a:spcAft>
          <a:spcPct val="0"/>
        </a:spcAft>
        <a:buClr>
          <a:srgbClr val="1C64B7"/>
        </a:buClr>
        <a:buSzPct val="90000"/>
        <a:buFont typeface="Arial" panose="020B0604020202020204" pitchFamily="34" charset="0"/>
        <a:defRPr sz="2400" kern="1200">
          <a:solidFill>
            <a:schemeClr val="tx1"/>
          </a:solidFill>
          <a:latin typeface="Arial" panose="020B0604020202020204" pitchFamily="34" charset="0"/>
          <a:ea typeface="+mn-ea"/>
          <a:cs typeface="Arial" panose="020B0604020202020204" pitchFamily="34" charset="0"/>
          <a:sym typeface="Gill Sans" pitchFamily="2" charset="0"/>
        </a:defRPr>
      </a:lvl1pPr>
      <a:lvl2pPr marL="742988" indent="-285764" algn="l" rtl="0" eaLnBrk="0" fontAlgn="base" hangingPunct="0">
        <a:spcBef>
          <a:spcPct val="0"/>
        </a:spcBef>
        <a:spcAft>
          <a:spcPct val="0"/>
        </a:spcAft>
        <a:defRPr sz="2400" kern="1200">
          <a:solidFill>
            <a:schemeClr val="tx1"/>
          </a:solidFill>
          <a:latin typeface="Arial" panose="020B0604020202020204" pitchFamily="34" charset="0"/>
          <a:ea typeface="+mn-ea"/>
          <a:cs typeface="Arial" panose="020B0604020202020204" pitchFamily="34" charset="0"/>
          <a:sym typeface="Gill Sans" pitchFamily="2" charset="0"/>
        </a:defRPr>
      </a:lvl2pPr>
      <a:lvl3pPr marL="1143057" indent="-228611" algn="l" rtl="0" eaLnBrk="0" fontAlgn="base" hangingPunct="0">
        <a:spcBef>
          <a:spcPct val="0"/>
        </a:spcBef>
        <a:spcAft>
          <a:spcPct val="0"/>
        </a:spcAft>
        <a:defRPr sz="2400" kern="1200">
          <a:solidFill>
            <a:schemeClr val="tx1"/>
          </a:solidFill>
          <a:latin typeface="Arial" panose="020B0604020202020204" pitchFamily="34" charset="0"/>
          <a:ea typeface="+mn-ea"/>
          <a:cs typeface="Arial" panose="020B0604020202020204" pitchFamily="34" charset="0"/>
          <a:sym typeface="Gill Sans" pitchFamily="2" charset="0"/>
        </a:defRPr>
      </a:lvl3pPr>
      <a:lvl4pPr marL="1600280" indent="-228611" algn="l" rtl="0" eaLnBrk="0" fontAlgn="base" hangingPunct="0">
        <a:spcBef>
          <a:spcPct val="0"/>
        </a:spcBef>
        <a:spcAft>
          <a:spcPct val="0"/>
        </a:spcAft>
        <a:defRPr sz="2400" kern="1200">
          <a:solidFill>
            <a:schemeClr val="tx1"/>
          </a:solidFill>
          <a:latin typeface="Arial" panose="020B0604020202020204" pitchFamily="34" charset="0"/>
          <a:ea typeface="+mn-ea"/>
          <a:cs typeface="Arial" panose="020B0604020202020204" pitchFamily="34" charset="0"/>
          <a:sym typeface="Gill Sans" pitchFamily="2" charset="0"/>
        </a:defRPr>
      </a:lvl4pPr>
      <a:lvl5pPr marL="2057503" indent="-228611" algn="l" rtl="0" eaLnBrk="0" fontAlgn="base" hangingPunct="0">
        <a:spcBef>
          <a:spcPct val="0"/>
        </a:spcBef>
        <a:spcAft>
          <a:spcPct val="0"/>
        </a:spcAft>
        <a:defRPr sz="2400" kern="1200">
          <a:solidFill>
            <a:schemeClr val="tx1"/>
          </a:solidFill>
          <a:latin typeface="Arial" panose="020B0604020202020204" pitchFamily="34" charset="0"/>
          <a:ea typeface="+mn-ea"/>
          <a:cs typeface="Arial" panose="020B0604020202020204" pitchFamily="34" charset="0"/>
          <a:sym typeface="Gill Sans" pitchFamily="2" charset="0"/>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2"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8" algn="l" defTabSz="914446" rtl="0" eaLnBrk="1" latinLnBrk="0" hangingPunct="1">
        <a:defRPr sz="1800" kern="1200">
          <a:solidFill>
            <a:schemeClr val="tx1"/>
          </a:solidFill>
          <a:latin typeface="+mn-lt"/>
          <a:ea typeface="+mn-ea"/>
          <a:cs typeface="+mn-cs"/>
        </a:defRPr>
      </a:lvl4pPr>
      <a:lvl5pPr marL="1828892"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a:xfrm>
            <a:off x="4107945" y="214313"/>
            <a:ext cx="10464800" cy="855662"/>
          </a:xfrm>
        </p:spPr>
        <p:txBody>
          <a:bodyPr/>
          <a:lstStyle/>
          <a:p>
            <a:pPr>
              <a:defRPr/>
            </a:pPr>
            <a:r>
              <a:rPr lang="de-DE" dirty="0" smtClean="0">
                <a:sym typeface="Gill Sans" charset="0"/>
              </a:rPr>
              <a:t>Team</a:t>
            </a:r>
            <a:endParaRPr lang="de-DE" dirty="0">
              <a:sym typeface="Gill Sans" charset="0"/>
            </a:endParaRPr>
          </a:p>
        </p:txBody>
      </p:sp>
      <p:sp>
        <p:nvSpPr>
          <p:cNvPr id="2" name="Inhaltsplatzhalter 1"/>
          <p:cNvSpPr>
            <a:spLocks noGrp="1"/>
          </p:cNvSpPr>
          <p:nvPr>
            <p:ph idx="1"/>
          </p:nvPr>
        </p:nvSpPr>
        <p:spPr>
          <a:xfrm>
            <a:off x="850392" y="1828800"/>
            <a:ext cx="15636240" cy="3840480"/>
          </a:xfrm>
        </p:spPr>
        <p:txBody>
          <a:bodyPr wrap="square">
            <a:noAutofit/>
          </a:bodyPr>
          <a:lstStyle/>
          <a:p>
            <a:pPr marL="514350" indent="-514350">
              <a:spcAft>
                <a:spcPts val="1400"/>
              </a:spcAft>
              <a:buSzPct val="100000"/>
              <a:buFont typeface="+mj-lt"/>
              <a:defRPr/>
              <a:buNone/>
            </a:pPr>
            <a:r>
              <a:rPr b="1" sz="2400">
                <a:solidFill>
                  <a:srgbClr val="B4541E"/>
                </a:solidFill>
              </a:rPr>
              <a:t>APC_TDC</a:t>
            </a:r>
            <a:r>
              <a:rPr b="0" sz="2400">
                <a:solidFill>
                  <a:srgbClr val="1A1A1A"/>
                </a:solidFill>
              </a:rPr>
              <a:t>  ·  Tze-Hsiang Tang  ·  Schneider Electric Taiwan Co., Ltd.</a:t>
            </a:r>
            <a:endParaRPr lang="de-DE" sz="2800" dirty="0">
              <a:sym typeface="Gill Sans" charset="0"/>
            </a:endParaRPr>
          </a:p>
          <a:p>
            <a:pPr>
              <a:spcAft>
                <a:spcPts val="1400"/>
              </a:spcAft>
              <a:buNone/>
            </a:pPr>
            <a:r>
              <a:rPr b="0" sz="2400">
                <a:solidFill>
                  <a:srgbClr val="1A1A1A"/>
                </a:solidFill>
              </a:rPr>
              <a:t>A one-person team. We entered both categories.</a:t>
            </a:r>
          </a:p>
          <a:p>
            <a:pPr>
              <a:spcAft>
                <a:spcPts val="1400"/>
              </a:spcAft>
              <a:buNone/>
            </a:pPr>
          </a:p>
          <a:p>
            <a:pPr>
              <a:spcAft>
                <a:spcPts val="1400"/>
              </a:spcAft>
              <a:buNone/>
            </a:pPr>
            <a:r>
              <a:rPr b="1" sz="2400">
                <a:solidFill>
                  <a:srgbClr val="B4541E"/>
                </a:solidFill>
              </a:rPr>
              <a:t>Category 1</a:t>
            </a:r>
            <a:r>
              <a:rPr b="0" sz="2400">
                <a:solidFill>
                  <a:srgbClr val="1A1A1A"/>
                </a:solidFill>
              </a:rPr>
              <a:t>  weakly supervised tool detection      mAP  0.4930</a:t>
            </a:r>
          </a:p>
          <a:p>
            <a:pPr>
              <a:spcAft>
                <a:spcPts val="1400"/>
              </a:spcAft>
              <a:buNone/>
            </a:pPr>
            <a:r>
              <a:rPr b="1" sz="2400">
                <a:solidFill>
                  <a:srgbClr val="B4541E"/>
                </a:solidFill>
              </a:rPr>
              <a:t>Category 2</a:t>
            </a:r>
            <a:r>
              <a:rPr b="0" sz="2400">
                <a:solidFill>
                  <a:srgbClr val="1A1A1A"/>
                </a:solidFill>
              </a:rPr>
              <a:t>  surgical video question answering     BERTScore-F1  0.6191</a:t>
            </a:r>
          </a:p>
        </p:txBody>
      </p:sp>
      <p:sp>
        <p:nvSpPr>
          <p:cNvPr id="4" name="Inhaltsplatzhalter 1"/>
          <p:cNvSpPr txBox="1">
            <a:spLocks/>
          </p:cNvSpPr>
          <p:nvPr/>
        </p:nvSpPr>
        <p:spPr bwMode="auto">
          <a:xfrm>
            <a:off x="2477294" y="8909051"/>
            <a:ext cx="10585450" cy="665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 uri="{FAA26D3D-D897-4be2-8F04-BA451C77F1D7}"/>
          </a:extLst>
        </p:spPr>
        <p:txBody>
          <a:bodyPr lIns="50800" tIns="50800" rIns="50800" bIns="50800"/>
          <a:lstStyle>
            <a:lvl1pPr>
              <a:defRPr sz="4200">
                <a:solidFill>
                  <a:srgbClr val="000000"/>
                </a:solidFill>
                <a:latin typeface="Gill Sans" pitchFamily="-65" charset="0"/>
                <a:ea typeface="ヒラギノ角ゴ ProN W3" pitchFamily="-65" charset="-128"/>
                <a:sym typeface="Gill Sans" pitchFamily="-65" charset="0"/>
              </a:defRPr>
            </a:lvl1pPr>
            <a:lvl2pPr marL="742950" indent="-285750">
              <a:defRPr sz="4200">
                <a:solidFill>
                  <a:srgbClr val="000000"/>
                </a:solidFill>
                <a:latin typeface="Gill Sans" pitchFamily="-65" charset="0"/>
                <a:ea typeface="ヒラギノ角ゴ ProN W3" pitchFamily="-65" charset="-128"/>
                <a:sym typeface="Gill Sans" pitchFamily="-65" charset="0"/>
              </a:defRPr>
            </a:lvl2pPr>
            <a:lvl3pPr marL="1143000" indent="-228600">
              <a:defRPr sz="4200">
                <a:solidFill>
                  <a:srgbClr val="000000"/>
                </a:solidFill>
                <a:latin typeface="Gill Sans" pitchFamily="-65" charset="0"/>
                <a:ea typeface="ヒラギノ角ゴ ProN W3" pitchFamily="-65" charset="-128"/>
                <a:sym typeface="Gill Sans" pitchFamily="-65" charset="0"/>
              </a:defRPr>
            </a:lvl3pPr>
            <a:lvl4pPr marL="1600200" indent="-228600">
              <a:defRPr sz="4200">
                <a:solidFill>
                  <a:srgbClr val="000000"/>
                </a:solidFill>
                <a:latin typeface="Gill Sans" pitchFamily="-65" charset="0"/>
                <a:ea typeface="ヒラギノ角ゴ ProN W3" pitchFamily="-65" charset="-128"/>
                <a:sym typeface="Gill Sans" pitchFamily="-65" charset="0"/>
              </a:defRPr>
            </a:lvl4pPr>
            <a:lvl5pPr marL="2057400" indent="-228600">
              <a:defRPr sz="4200">
                <a:solidFill>
                  <a:srgbClr val="000000"/>
                </a:solidFill>
                <a:latin typeface="Gill Sans" pitchFamily="-65" charset="0"/>
                <a:ea typeface="ヒラギノ角ゴ ProN W3" pitchFamily="-65" charset="-128"/>
                <a:sym typeface="Gill Sans" pitchFamily="-65" charset="0"/>
              </a:defRPr>
            </a:lvl5pPr>
            <a:lvl6pPr marL="2514600" indent="-228600" eaLnBrk="0" fontAlgn="base" hangingPunct="0">
              <a:spcBef>
                <a:spcPct val="0"/>
              </a:spcBef>
              <a:spcAft>
                <a:spcPct val="0"/>
              </a:spcAft>
              <a:defRPr sz="4200">
                <a:solidFill>
                  <a:srgbClr val="000000"/>
                </a:solidFill>
                <a:latin typeface="Gill Sans" pitchFamily="-65" charset="0"/>
                <a:ea typeface="ヒラギノ角ゴ ProN W3" pitchFamily="-65" charset="-128"/>
                <a:sym typeface="Gill Sans" pitchFamily="-65" charset="0"/>
              </a:defRPr>
            </a:lvl6pPr>
            <a:lvl7pPr marL="2971800" indent="-228600" eaLnBrk="0" fontAlgn="base" hangingPunct="0">
              <a:spcBef>
                <a:spcPct val="0"/>
              </a:spcBef>
              <a:spcAft>
                <a:spcPct val="0"/>
              </a:spcAft>
              <a:defRPr sz="4200">
                <a:solidFill>
                  <a:srgbClr val="000000"/>
                </a:solidFill>
                <a:latin typeface="Gill Sans" pitchFamily="-65" charset="0"/>
                <a:ea typeface="ヒラギノ角ゴ ProN W3" pitchFamily="-65" charset="-128"/>
                <a:sym typeface="Gill Sans" pitchFamily="-65" charset="0"/>
              </a:defRPr>
            </a:lvl7pPr>
            <a:lvl8pPr marL="3429000" indent="-228600" eaLnBrk="0" fontAlgn="base" hangingPunct="0">
              <a:spcBef>
                <a:spcPct val="0"/>
              </a:spcBef>
              <a:spcAft>
                <a:spcPct val="0"/>
              </a:spcAft>
              <a:defRPr sz="4200">
                <a:solidFill>
                  <a:srgbClr val="000000"/>
                </a:solidFill>
                <a:latin typeface="Gill Sans" pitchFamily="-65" charset="0"/>
                <a:ea typeface="ヒラギノ角ゴ ProN W3" pitchFamily="-65" charset="-128"/>
                <a:sym typeface="Gill Sans" pitchFamily="-65" charset="0"/>
              </a:defRPr>
            </a:lvl8pPr>
            <a:lvl9pPr marL="3886200" indent="-228600" eaLnBrk="0" fontAlgn="base" hangingPunct="0">
              <a:spcBef>
                <a:spcPct val="0"/>
              </a:spcBef>
              <a:spcAft>
                <a:spcPct val="0"/>
              </a:spcAft>
              <a:defRPr sz="4200">
                <a:solidFill>
                  <a:srgbClr val="000000"/>
                </a:solidFill>
                <a:latin typeface="Gill Sans" pitchFamily="-65" charset="0"/>
                <a:ea typeface="ヒラギノ角ゴ ProN W3" pitchFamily="-65" charset="-128"/>
                <a:sym typeface="Gill Sans" pitchFamily="-65" charset="0"/>
              </a:defRPr>
            </a:lvl9pPr>
          </a:lstStyle>
          <a:p>
            <a:pPr>
              <a:buClr>
                <a:srgbClr val="1C64B7"/>
              </a:buClr>
              <a:buSzPct val="90000"/>
              <a:buFont typeface="Arial" pitchFamily="34" charset="0"/>
              <a:defRPr/>
              <a:buNone/>
            </a:pPr>
            <a:r>
              <a:rPr sz="1400">
                <a:solidFill>
                  <a:srgbClr val="555555"/>
                </a:solidFill>
              </a:rPr>
              <a:t>Code, weights and report:  github.com/seantangth/miccai2026-surgvu-surgical-visual-understanding</a:t>
            </a:r>
          </a:p>
        </p:txBody>
      </p:sp>
    </p:spTree>
    <p:extLst>
      <p:ext uri="{BB962C8B-B14F-4D97-AF65-F5344CB8AC3E}">
        <p14:creationId xmlns:p14="http://schemas.microsoft.com/office/powerpoint/2010/main" val="2091636087"/>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a:xfrm>
            <a:off x="4052526" y="172749"/>
            <a:ext cx="10464800" cy="855662"/>
          </a:xfrm>
        </p:spPr>
        <p:txBody>
          <a:bodyPr/>
          <a:lstStyle/>
          <a:p>
            <a:pPr>
              <a:defRPr/>
            </a:pPr>
            <a:r>
              <a:rPr lang="de-DE" dirty="0" err="1" smtClean="0">
                <a:sym typeface="Gill Sans" charset="0"/>
              </a:rPr>
              <a:t>Method</a:t>
            </a:r>
            <a:endParaRPr lang="de-DE" dirty="0">
              <a:sym typeface="Gill Sans" charset="0"/>
            </a:endParaRPr>
          </a:p>
        </p:txBody>
      </p:sp>
      <p:sp>
        <p:nvSpPr>
          <p:cNvPr id="4" name="Inhaltsplatzhalter 1"/>
          <p:cNvSpPr>
            <a:spLocks noGrp="1"/>
          </p:cNvSpPr>
          <p:nvPr>
            <p:ph idx="1"/>
          </p:nvPr>
        </p:nvSpPr>
        <p:spPr>
          <a:xfrm>
            <a:off x="850392" y="1737360"/>
            <a:ext cx="15636240" cy="1005840"/>
          </a:xfrm>
        </p:spPr>
        <p:txBody>
          <a:bodyPr wrap="square">
            <a:noAutofit/>
          </a:bodyPr>
          <a:lstStyle/>
          <a:p>
            <a:pPr marL="514350" indent="-514350">
              <a:spcAft>
                <a:spcPts val="600"/>
              </a:spcAft>
              <a:buSzPct val="100000"/>
              <a:buFont typeface="+mj-lt"/>
              <a:defRPr/>
              <a:buNone/>
            </a:pPr>
            <a:r>
              <a:rPr b="1" sz="2000">
                <a:solidFill>
                  <a:srgbClr val="B4541E"/>
                </a:solidFill>
              </a:rPr>
              <a:t>The labels we are given are tool presence, not boxes.</a:t>
            </a:r>
            <a:r>
              <a:rPr b="0" sz="2000">
                <a:solidFill>
                  <a:srgbClr val="1A1A1A"/>
                </a:solidFill>
              </a:rPr>
              <a:t>  We turn them into a gate on a teacher ensemble, and let the accepted frames train the next teacher.</a:t>
            </a:r>
            <a:endParaRPr lang="de-DE" sz="2800" dirty="0">
              <a:sym typeface="Gill Sans" charset="0"/>
            </a:endParaRPr>
          </a:p>
        </p:txBody>
      </p:sp>
      <p:pic>
        <p:nvPicPr>
          <p:cNvPr id="5" name="Picture 4" descr="figure1.png"/>
          <p:cNvPicPr>
            <a:picLocks noChangeAspect="1"/>
          </p:cNvPicPr>
          <p:nvPr/>
        </p:nvPicPr>
        <p:blipFill>
          <a:blip r:embed="rId2"/>
          <a:stretch>
            <a:fillRect/>
          </a:stretch>
        </p:blipFill>
        <p:spPr>
          <a:xfrm>
            <a:off x="1720691" y="2697480"/>
            <a:ext cx="13898880" cy="5922893"/>
          </a:xfrm>
          <a:prstGeom prst="rect">
            <a:avLst/>
          </a:prstGeom>
        </p:spPr>
      </p:pic>
      <p:sp>
        <p:nvSpPr>
          <p:cNvPr id="6" name="TextBox 5"/>
          <p:cNvSpPr txBox="1"/>
          <p:nvPr/>
        </p:nvSpPr>
        <p:spPr>
          <a:xfrm>
            <a:off x="1720691" y="8796528"/>
            <a:ext cx="13898880" cy="822960"/>
          </a:xfrm>
          <a:prstGeom prst="rect">
            <a:avLst/>
          </a:prstGeom>
          <a:noFill/>
        </p:spPr>
        <p:txBody>
          <a:bodyPr wrap="square">
            <a:noAutofit/>
          </a:bodyPr>
          <a:lstStyle/>
          <a:p>
            <a:pPr>
              <a:spcAft>
                <a:spcPts val="0"/>
              </a:spcAft>
              <a:buNone/>
            </a:pPr>
            <a:r>
              <a:rPr b="1" sz="1600">
                <a:solidFill>
                  <a:srgbClr val="B4541E"/>
                </a:solidFill>
              </a:rPr>
              <a:t>Accept a frame only if</a:t>
            </a:r>
            <a:r>
              <a:rPr b="0" sz="1600">
                <a:solidFill>
                  <a:srgbClr val="1A1A1A"/>
                </a:solidFill>
              </a:rPr>
              <a:t> the per-class box count equals the installed count exactly and every box has conf ≥ 0.35.   26% of frames pass; retraining the teacher on them raises that to 41%.</a:t>
            </a:r>
          </a:p>
        </p:txBody>
      </p:sp>
    </p:spTree>
    <p:extLst>
      <p:ext uri="{BB962C8B-B14F-4D97-AF65-F5344CB8AC3E}">
        <p14:creationId xmlns:p14="http://schemas.microsoft.com/office/powerpoint/2010/main" val="1027387234"/>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a:xfrm>
            <a:off x="4052526" y="172749"/>
            <a:ext cx="10464800" cy="855662"/>
          </a:xfrm>
        </p:spPr>
        <p:txBody>
          <a:bodyPr/>
          <a:lstStyle/>
          <a:p>
            <a:pPr>
              <a:defRPr/>
            </a:pPr>
            <a:r>
              <a:rPr lang="de-DE" dirty="0" smtClean="0">
                <a:sym typeface="Gill Sans" charset="0"/>
              </a:rPr>
              <a:t>Key design </a:t>
            </a:r>
            <a:r>
              <a:rPr lang="de-DE" dirty="0" err="1" smtClean="0">
                <a:sym typeface="Gill Sans" charset="0"/>
              </a:rPr>
              <a:t>decisions</a:t>
            </a:r>
            <a:endParaRPr lang="de-DE" dirty="0">
              <a:sym typeface="Gill Sans" charset="0"/>
            </a:endParaRPr>
          </a:p>
        </p:txBody>
      </p:sp>
      <p:sp>
        <p:nvSpPr>
          <p:cNvPr id="4" name="Inhaltsplatzhalter 1"/>
          <p:cNvSpPr>
            <a:spLocks noGrp="1"/>
          </p:cNvSpPr>
          <p:nvPr>
            <p:ph idx="1"/>
          </p:nvPr>
        </p:nvSpPr>
        <p:spPr>
          <a:xfrm>
            <a:off x="850392" y="1737360"/>
            <a:ext cx="15636240" cy="7680960"/>
          </a:xfrm>
        </p:spPr>
        <p:txBody>
          <a:bodyPr wrap="square">
            <a:noAutofit/>
          </a:bodyPr>
          <a:lstStyle/>
          <a:p>
            <a:pPr marL="514350" indent="-514350">
              <a:spcAft>
                <a:spcPts val="1700"/>
              </a:spcAft>
              <a:buSzPct val="100000"/>
              <a:buFont typeface="+mj-lt"/>
              <a:defRPr/>
              <a:buNone/>
            </a:pPr>
            <a:r>
              <a:rPr b="1" sz="2000">
                <a:solidFill>
                  <a:srgbClr val="B4541E"/>
                </a:solidFill>
              </a:rPr>
              <a:t>1.  Scale beats recipe.</a:t>
            </a:r>
            <a:r>
              <a:rPr b="0" sz="2000">
                <a:solidFill>
                  <a:srgbClr val="1A1A1A"/>
                </a:solidFill>
              </a:rPr>
              <a:t>  Growing the pseudo-label source from 20 to 280 videos: +0.052. Every recipe change we tried: at most 0.006.</a:t>
            </a:r>
            <a:endParaRPr lang="de-DE" sz="2800" dirty="0">
              <a:sym typeface="Gill Sans" charset="0"/>
            </a:endParaRPr>
          </a:p>
          <a:p>
            <a:pPr>
              <a:spcAft>
                <a:spcPts val="1700"/>
              </a:spcAft>
              <a:buNone/>
            </a:pPr>
            <a:r>
              <a:rPr b="1" sz="2000">
                <a:solidFill>
                  <a:srgbClr val="B4541E"/>
                </a:solidFill>
              </a:rPr>
              <a:t>2.  Let the weak label do the filtering.</a:t>
            </a:r>
            <a:r>
              <a:rPr b="0" sz="2000">
                <a:solidFill>
                  <a:srgbClr val="1A1A1A"/>
                </a:solidFill>
              </a:rPr>
              <a:t>  A count-exact match against tools.csv is model-independent, so iterative pseudo-labelling converges instead of drifting.</a:t>
            </a:r>
          </a:p>
          <a:p>
            <a:pPr>
              <a:spcAft>
                <a:spcPts val="1700"/>
              </a:spcAft>
              <a:buNone/>
            </a:pPr>
            <a:r>
              <a:rPr b="1" sz="2000">
                <a:solidFill>
                  <a:srgbClr val="B4541E"/>
                </a:solidFill>
              </a:rPr>
              <a:t>3.  Never size-filter pseudo-labels.</a:t>
            </a:r>
            <a:r>
              <a:rPr b="0" sz="2000">
                <a:solidFill>
                  <a:srgbClr val="1A1A1A"/>
                </a:solidFill>
              </a:rPr>
              <a:t>  Clipping box areas to P2–P98 removes the near- and far-field samples that carry the scale diversity, and AP75 drops.</a:t>
            </a:r>
          </a:p>
          <a:p>
            <a:pPr>
              <a:spcAft>
                <a:spcPts val="1700"/>
              </a:spcAft>
              <a:buNone/>
            </a:pPr>
            <a:r>
              <a:rPr b="1" sz="2000">
                <a:solidFill>
                  <a:srgbClr val="B4541E"/>
                </a:solidFill>
              </a:rPr>
              <a:t>4.  Never keep a frame whose visible tool has no box.</a:t>
            </a:r>
            <a:r>
              <a:rPr b="0" sz="2000">
                <a:solidFill>
                  <a:srgbClr val="1A1A1A"/>
                </a:solidFill>
              </a:rPr>
              <a:t>  Three classes were excluded from the targets while their images stayed: 65,182 frames taught the detector that a visible prograsp is background, against 711 positive boxes. Deleting those frames: 0.000 → 0.255 detection.</a:t>
            </a:r>
          </a:p>
          <a:p>
            <a:pPr>
              <a:spcAft>
                <a:spcPts val="1700"/>
              </a:spcAft>
              <a:buNone/>
            </a:pPr>
            <a:r>
              <a:rPr b="1" sz="2000">
                <a:solidFill>
                  <a:srgbClr val="B4541E"/>
                </a:solidFill>
              </a:rPr>
              <a:t>5.  The remaining headroom is AP75, not recall.</a:t>
            </a:r>
            <a:r>
              <a:rPr b="0" sz="2000">
                <a:solidFill>
                  <a:srgbClr val="1A1A1A"/>
                </a:solidFill>
              </a:rPr>
              <a:t>  Needle driver sits at AP50 0.93 but AP75 0.51. Training at 800 px: +0.0275 AP75. Two-model fusion: +0.0376 AP75, measured on a pair of 640 px models. Our submission fuses 640 with 800, a combination we could not measure locally.</a:t>
            </a:r>
          </a:p>
        </p:txBody>
      </p:sp>
    </p:spTree>
    <p:extLst>
      <p:ext uri="{BB962C8B-B14F-4D97-AF65-F5344CB8AC3E}">
        <p14:creationId xmlns:p14="http://schemas.microsoft.com/office/powerpoint/2010/main" val="1901588781"/>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a:xfrm>
            <a:off x="4052526" y="172749"/>
            <a:ext cx="10464800" cy="855662"/>
          </a:xfrm>
        </p:spPr>
        <p:txBody>
          <a:bodyPr/>
          <a:lstStyle/>
          <a:p>
            <a:pPr>
              <a:defRPr/>
            </a:pPr>
            <a:r>
              <a:rPr lang="de-DE" dirty="0" err="1" smtClean="0">
                <a:sym typeface="Gill Sans" charset="0"/>
              </a:rPr>
              <a:t>What</a:t>
            </a:r>
            <a:r>
              <a:rPr lang="de-DE" dirty="0" smtClean="0">
                <a:sym typeface="Gill Sans" charset="0"/>
              </a:rPr>
              <a:t> </a:t>
            </a:r>
            <a:r>
              <a:rPr lang="de-DE" dirty="0" err="1" smtClean="0">
                <a:sym typeface="Gill Sans" charset="0"/>
              </a:rPr>
              <a:t>did</a:t>
            </a:r>
            <a:r>
              <a:rPr lang="de-DE" dirty="0" smtClean="0">
                <a:sym typeface="Gill Sans" charset="0"/>
              </a:rPr>
              <a:t> not </a:t>
            </a:r>
            <a:r>
              <a:rPr lang="de-DE" dirty="0" err="1" smtClean="0">
                <a:sym typeface="Gill Sans" charset="0"/>
              </a:rPr>
              <a:t>work</a:t>
            </a:r>
            <a:r>
              <a:rPr lang="de-DE" dirty="0" smtClean="0">
                <a:sym typeface="Gill Sans" charset="0"/>
              </a:rPr>
              <a:t>?</a:t>
            </a:r>
            <a:endParaRPr lang="de-DE" dirty="0">
              <a:sym typeface="Gill Sans" charset="0"/>
            </a:endParaRPr>
          </a:p>
        </p:txBody>
      </p:sp>
      <p:sp>
        <p:nvSpPr>
          <p:cNvPr id="4" name="Inhaltsplatzhalter 1"/>
          <p:cNvSpPr>
            <a:spLocks noGrp="1"/>
          </p:cNvSpPr>
          <p:nvPr>
            <p:ph idx="1"/>
          </p:nvPr>
        </p:nvSpPr>
        <p:spPr>
          <a:xfrm>
            <a:off x="850392" y="1737360"/>
            <a:ext cx="15636240" cy="7680960"/>
          </a:xfrm>
        </p:spPr>
        <p:txBody>
          <a:bodyPr wrap="square">
            <a:noAutofit/>
          </a:bodyPr>
          <a:lstStyle/>
          <a:p>
            <a:pPr marL="514350" indent="-514350">
              <a:spcAft>
                <a:spcPts val="1500"/>
              </a:spcAft>
              <a:buSzPct val="100000"/>
              <a:buFont typeface="+mj-lt"/>
              <a:defRPr/>
              <a:buNone/>
            </a:pPr>
            <a:r>
              <a:rPr b="1" sz="1900">
                <a:solidFill>
                  <a:srgbClr val="B4541E"/>
                </a:solidFill>
              </a:rPr>
              <a:t>Inference-time search.</a:t>
            </a:r>
            <a:r>
              <a:rPr b="0" sz="1900">
                <a:solidFill>
                  <a:srgbClr val="1A1A1A"/>
                </a:solidFill>
              </a:rPr>
              <a:t>  39 variants of TTA, confidence, top-k, multi-scale and NMS. Ceiling: +0.005.</a:t>
            </a:r>
            <a:endParaRPr lang="de-DE" sz="2800" dirty="0">
              <a:sym typeface="Gill Sans" charset="0"/>
            </a:endParaRPr>
          </a:p>
          <a:p>
            <a:pPr>
              <a:spcAft>
                <a:spcPts val="1500"/>
              </a:spcAft>
              <a:buNone/>
            </a:pPr>
            <a:r>
              <a:rPr b="1" sz="1900">
                <a:solidFill>
                  <a:srgbClr val="B4541E"/>
                </a:solidFill>
              </a:rPr>
              <a:t>Temporal post-processing.</a:t>
            </a:r>
            <a:r>
              <a:rPr b="0" sz="1900">
                <a:solidFill>
                  <a:srgbClr val="1A1A1A"/>
                </a:solidFill>
              </a:rPr>
              <a:t>  Ten variants of score smoothing, box smoothing and gap filling. All negative, −0.004 to −0.06.</a:t>
            </a:r>
          </a:p>
          <a:p>
            <a:pPr>
              <a:spcAft>
                <a:spcPts val="1500"/>
              </a:spcAft>
              <a:buNone/>
            </a:pPr>
            <a:r>
              <a:rPr b="1" sz="1900">
                <a:solidFill>
                  <a:srgbClr val="B4541E"/>
                </a:solidFill>
              </a:rPr>
              <a:t>Training on the official ground truth alone.</a:t>
            </a:r>
            <a:r>
              <a:rPr b="0" sz="1900">
                <a:solidFill>
                  <a:srgbClr val="1A1A1A"/>
                </a:solidFill>
              </a:rPr>
              <a:t>  0.4024 against 0.5905 for mixed training. Fine-tuning on it afterwards also hurt: needle-driver AP75 0.51 → 0.36.  Five videos is a narrower scale prior than the pseudo-labels provide.</a:t>
            </a:r>
          </a:p>
          <a:p>
            <a:pPr>
              <a:spcAft>
                <a:spcPts val="1500"/>
              </a:spcAft>
              <a:buNone/>
            </a:pPr>
            <a:r>
              <a:rPr b="1" sz="1900">
                <a:solidFill>
                  <a:srgbClr val="B4541E"/>
                </a:solidFill>
              </a:rPr>
              <a:t>Reading the robot interface with OCR to relabel.</a:t>
            </a:r>
            <a:r>
              <a:rPr b="0" sz="1900">
                <a:solidFill>
                  <a:srgbClr val="1A1A1A"/>
                </a:solidFill>
              </a:rPr>
              <a:t>  It fixed the four never-detected classes on a proxy metric, but cost −0.0127 mAP on the common classes.</a:t>
            </a:r>
          </a:p>
          <a:p>
            <a:pPr>
              <a:spcAft>
                <a:spcPts val="1500"/>
              </a:spcAft>
              <a:buNone/>
            </a:pPr>
            <a:r>
              <a:rPr b="1" sz="1900">
                <a:solidFill>
                  <a:srgbClr val="B4541E"/>
                </a:solidFill>
              </a:rPr>
              <a:t>Trusting a proxy metric.</a:t>
            </a:r>
            <a:r>
              <a:rPr b="0" sz="1900">
                <a:solidFill>
                  <a:srgbClr val="1A1A1A"/>
                </a:solidFill>
              </a:rPr>
              <a:t>  That same relabelling moved tool-presence set-F1 from 0.578 to 0.819 while moving real mAP the other way.  Two rulers, opposite directions.</a:t>
            </a:r>
          </a:p>
          <a:p>
            <a:pPr>
              <a:spcAft>
                <a:spcPts val="1500"/>
              </a:spcAft>
              <a:buNone/>
            </a:pPr>
          </a:p>
          <a:p>
            <a:pPr>
              <a:spcAft>
                <a:spcPts val="1500"/>
              </a:spcAft>
              <a:buNone/>
            </a:pPr>
            <a:r>
              <a:rPr b="1" sz="1900">
                <a:solidFill>
                  <a:srgbClr val="B4541E"/>
                </a:solidFill>
              </a:rPr>
              <a:t>And the honest caveat:</a:t>
            </a:r>
            <a:r>
              <a:rPr b="0" sz="1900">
                <a:solidFill>
                  <a:srgbClr val="1A1A1A"/>
                </a:solidFill>
              </a:rPr>
              <a:t>  our ablations hold out the student, not the teacher, so read the paired differences and not the absolute values.</a:t>
            </a:r>
          </a:p>
        </p:txBody>
      </p:sp>
    </p:spTree>
    <p:extLst>
      <p:ext uri="{BB962C8B-B14F-4D97-AF65-F5344CB8AC3E}">
        <p14:creationId xmlns:p14="http://schemas.microsoft.com/office/powerpoint/2010/main" val="2858834238"/>
      </p:ext>
    </p:extLst>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2_Titre et sous-titre">
  <a:themeElements>
    <a:clrScheme name="Titre et sous-titr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Titre et sous-titre">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re et sous-titr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Pages>0</Pages>
  <Words>52</Words>
  <Characters>0</Characters>
  <Application>Microsoft Office PowerPoint</Application>
  <PresentationFormat>Benutzerdefiniert</PresentationFormat>
  <Lines>0</Lines>
  <Paragraphs>9</Paragraphs>
  <Slides>4</Slides>
  <Notes>0</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4</vt:i4>
      </vt:variant>
    </vt:vector>
  </HeadingPairs>
  <TitlesOfParts>
    <vt:vector size="11" baseType="lpstr">
      <vt:lpstr>ＭＳ Ｐゴシック</vt:lpstr>
      <vt:lpstr>ＭＳ Ｐゴシック</vt:lpstr>
      <vt:lpstr>Arial</vt:lpstr>
      <vt:lpstr>Calibri</vt:lpstr>
      <vt:lpstr>Gill Sans</vt:lpstr>
      <vt:lpstr>ヒラギノ角ゴ ProN W3</vt:lpstr>
      <vt:lpstr>2_Titre et sous-titre</vt:lpstr>
      <vt:lpstr>Team</vt:lpstr>
      <vt:lpstr>Method</vt:lpstr>
      <vt:lpstr>Key design decisions</vt:lpstr>
      <vt:lpstr>What did not 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dc:creator>
  <cp:lastModifiedBy>Speidel, Stefanie</cp:lastModifiedBy>
  <cp:revision>105</cp:revision>
  <dcterms:modified xsi:type="dcterms:W3CDTF">2024-09-04T11:49:20Z</dcterms:modified>
</cp:coreProperties>
</file>